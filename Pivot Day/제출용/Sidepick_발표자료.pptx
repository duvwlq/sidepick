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e24496b4db4471" /><Relationship Type="http://schemas.openxmlformats.org/officeDocument/2006/relationships/extended-properties" Target="/docProps/app.xml" Id="R4bafaeb00f114457" /><Relationship Type="http://schemas.openxmlformats.org/officeDocument/2006/relationships/officeDocument" Target="/ppt/presentation.xml" Id="R9842a5e78fd24b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2a9717338f4e81"/>
  </p:sldMasterIdLst>
  <p:notesMasterIdLst>
    <p:notesMasterId xmlns:r="http://schemas.openxmlformats.org/officeDocument/2006/relationships" r:id="R0b6b90858f134393"/>
  </p:notesMasterIdLst>
  <p:sldIdLst>
    <p:sldId xmlns:r="http://schemas.openxmlformats.org/officeDocument/2006/relationships" id="256" r:id="R5a4dd09fd20744a7"/>
    <p:sldId xmlns:r="http://schemas.openxmlformats.org/officeDocument/2006/relationships" id="257" r:id="Reba0270084c84f17"/>
    <p:sldId xmlns:r="http://schemas.openxmlformats.org/officeDocument/2006/relationships" id="258" r:id="Rba4ac2e7c0e148ba"/>
    <p:sldId xmlns:r="http://schemas.openxmlformats.org/officeDocument/2006/relationships" id="259" r:id="R6e410802b20a425d"/>
    <p:sldId xmlns:r="http://schemas.openxmlformats.org/officeDocument/2006/relationships" id="260" r:id="Rdc0aabc5eaf5487c"/>
    <p:sldId xmlns:r="http://schemas.openxmlformats.org/officeDocument/2006/relationships" id="261" r:id="R2450a01409a6447c"/>
    <p:sldId xmlns:r="http://schemas.openxmlformats.org/officeDocument/2006/relationships" id="262" r:id="R30235ffa0e654a47"/>
    <p:sldId xmlns:r="http://schemas.openxmlformats.org/officeDocument/2006/relationships" id="263" r:id="R8f4c1b6f2db648c2"/>
    <p:sldId xmlns:r="http://schemas.openxmlformats.org/officeDocument/2006/relationships" id="264" r:id="Re3905a28317e4f99"/>
    <p:sldId xmlns:r="http://schemas.openxmlformats.org/officeDocument/2006/relationships" id="265" r:id="Re4be384628a0486d"/>
    <p:sldId xmlns:r="http://schemas.openxmlformats.org/officeDocument/2006/relationships" id="266" r:id="R26670c31c8214be7"/>
    <p:sldId xmlns:r="http://schemas.openxmlformats.org/officeDocument/2006/relationships" id="267" r:id="Rfa6afa8b93a946f2"/>
    <p:sldId xmlns:r="http://schemas.openxmlformats.org/officeDocument/2006/relationships" id="268" r:id="R5ac780116e514c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f145a040204b48" /><Relationship Type="http://schemas.openxmlformats.org/officeDocument/2006/relationships/slideMaster" Target="/ppt/slideMasters/slideMaster1.xml" Id="R5f2a9717338f4e81" /><Relationship Type="http://schemas.openxmlformats.org/officeDocument/2006/relationships/notesMaster" Target="/ppt/notesMasters/notesMaster1.xml" Id="R0b6b90858f134393" /><Relationship Type="http://schemas.openxmlformats.org/officeDocument/2006/relationships/presProps" Target="/ppt/presProps.xml" Id="R4779e40cafb04f52" /><Relationship Type="http://schemas.openxmlformats.org/officeDocument/2006/relationships/tableStyles" Target="/ppt/tableStyles.xml" Id="Rd7da02e1f41d456c" /><Relationship Type="http://schemas.openxmlformats.org/officeDocument/2006/relationships/slide" Target="/ppt/slides/slide1.xml" Id="R5a4dd09fd20744a7" /><Relationship Type="http://schemas.openxmlformats.org/officeDocument/2006/relationships/slide" Target="/ppt/slides/slide2.xml" Id="Reba0270084c84f17" /><Relationship Type="http://schemas.openxmlformats.org/officeDocument/2006/relationships/slide" Target="/ppt/slides/slide3.xml" Id="Rba4ac2e7c0e148ba" /><Relationship Type="http://schemas.openxmlformats.org/officeDocument/2006/relationships/slide" Target="/ppt/slides/slide4.xml" Id="R6e410802b20a425d" /><Relationship Type="http://schemas.openxmlformats.org/officeDocument/2006/relationships/slide" Target="/ppt/slides/slide5.xml" Id="Rdc0aabc5eaf5487c" /><Relationship Type="http://schemas.openxmlformats.org/officeDocument/2006/relationships/slide" Target="/ppt/slides/slide6.xml" Id="R2450a01409a6447c" /><Relationship Type="http://schemas.openxmlformats.org/officeDocument/2006/relationships/slide" Target="/ppt/slides/slide7.xml" Id="R30235ffa0e654a47" /><Relationship Type="http://schemas.openxmlformats.org/officeDocument/2006/relationships/slide" Target="/ppt/slides/slide8.xml" Id="R8f4c1b6f2db648c2" /><Relationship Type="http://schemas.openxmlformats.org/officeDocument/2006/relationships/slide" Target="/ppt/slides/slide9.xml" Id="Re3905a28317e4f99" /><Relationship Type="http://schemas.openxmlformats.org/officeDocument/2006/relationships/slide" Target="/ppt/slides/slide10.xml" Id="Re4be384628a0486d" /><Relationship Type="http://schemas.openxmlformats.org/officeDocument/2006/relationships/slide" Target="/ppt/slides/slide11.xml" Id="R26670c31c8214be7" /><Relationship Type="http://schemas.openxmlformats.org/officeDocument/2006/relationships/slide" Target="/ppt/slides/slide12.xml" Id="Rfa6afa8b93a946f2" /><Relationship Type="http://schemas.openxmlformats.org/officeDocument/2006/relationships/slide" Target="/ppt/slides/slide13.xml" Id="R5ac780116e514c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bdbe3425b6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d0dce96e954849" /><Relationship Type="http://schemas.openxmlformats.org/officeDocument/2006/relationships/notesMaster" Target="/ppt/notesMasters/notesMaster1.xml" Id="Rb0cd7d64cdb34f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295d83020c4cc7" /><Relationship Type="http://schemas.openxmlformats.org/officeDocument/2006/relationships/notesMaster" Target="/ppt/notesMasters/notesMaster1.xml" Id="R5c3b48f4a20749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46ae70b7b249ae" /><Relationship Type="http://schemas.openxmlformats.org/officeDocument/2006/relationships/notesMaster" Target="/ppt/notesMasters/notesMaster1.xml" Id="R02643287ffdb4c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53792517f04e66" /><Relationship Type="http://schemas.openxmlformats.org/officeDocument/2006/relationships/notesMaster" Target="/ppt/notesMasters/notesMaster1.xml" Id="Rf0df60acd821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474d4cff34e1e" /><Relationship Type="http://schemas.openxmlformats.org/officeDocument/2006/relationships/notesMaster" Target="/ppt/notesMasters/notesMaster1.xml" Id="Rdda90f48bf2b4e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43f4686941445d" /><Relationship Type="http://schemas.openxmlformats.org/officeDocument/2006/relationships/notesMaster" Target="/ppt/notesMasters/notesMaster1.xml" Id="R3a58b471593643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5dc8a0b19143e7" /><Relationship Type="http://schemas.openxmlformats.org/officeDocument/2006/relationships/notesMaster" Target="/ppt/notesMasters/notesMaster1.xml" Id="R23ef4b52e62b42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64a9377eb54dc1" /><Relationship Type="http://schemas.openxmlformats.org/officeDocument/2006/relationships/notesMaster" Target="/ppt/notesMasters/notesMaster1.xml" Id="R2a60ff5a2a8240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738f4c7f2745d8" /><Relationship Type="http://schemas.openxmlformats.org/officeDocument/2006/relationships/notesMaster" Target="/ppt/notesMasters/notesMaster1.xml" Id="R822e2d3b5d564b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b3d43d51c34be2" /><Relationship Type="http://schemas.openxmlformats.org/officeDocument/2006/relationships/notesMaster" Target="/ppt/notesMasters/notesMaster1.xml" Id="Rb339c43c9e564a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7ee115e6a946b8" /><Relationship Type="http://schemas.openxmlformats.org/officeDocument/2006/relationships/notesMaster" Target="/ppt/notesMasters/notesMaster1.xml" Id="R9294125769934e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91025e7c4f4761" /><Relationship Type="http://schemas.openxmlformats.org/officeDocument/2006/relationships/notesMaster" Target="/ppt/notesMasters/notesMaster1.xml" Id="R8262735d903740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3a13120812449e" /><Relationship Type="http://schemas.openxmlformats.org/officeDocument/2006/relationships/notesMaster" Target="/ppt/notesMasters/notesMaster1.xml" Id="R73919f9d667743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f66f210b849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199ed5b4cf4640" /><Relationship Type="http://schemas.openxmlformats.org/officeDocument/2006/relationships/slideLayout" Target="/ppt/slideLayouts/slideLayout1.xml" Id="Rde34f02c0da740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34f02c0da740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eb66966e74f8a" /><Relationship Type="http://schemas.openxmlformats.org/officeDocument/2006/relationships/notesSlide" Target="/ppt/notesSlides/notesSlide1.xml" Id="Re96c948061ee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067e4b39d426b" /><Relationship Type="http://schemas.openxmlformats.org/officeDocument/2006/relationships/notesSlide" Target="/ppt/notesSlides/notesSlide2.xml" Id="R89c2480d3dd740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2ae6203a24e19" /><Relationship Type="http://schemas.openxmlformats.org/officeDocument/2006/relationships/notesSlide" Target="/ppt/notesSlides/notesSlide3.xml" Id="R431c60354a3943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ae78648624a56" /><Relationship Type="http://schemas.openxmlformats.org/officeDocument/2006/relationships/notesSlide" Target="/ppt/notesSlides/notesSlide4.xml" Id="R2f8293a30a44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8de0826d14047" /><Relationship Type="http://schemas.openxmlformats.org/officeDocument/2006/relationships/notesSlide" Target="/ppt/notesSlides/notesSlide5.xml" Id="R80fa87f89ae841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eae059f1e41a1" /><Relationship Type="http://schemas.openxmlformats.org/officeDocument/2006/relationships/notesSlide" Target="/ppt/notesSlides/notesSlide6.xml" Id="Rf92cdc26319041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0882509224e64" /><Relationship Type="http://schemas.openxmlformats.org/officeDocument/2006/relationships/notesSlide" Target="/ppt/notesSlides/notesSlide7.xml" Id="R52841c42082d46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5d95427c447c8" /><Relationship Type="http://schemas.openxmlformats.org/officeDocument/2006/relationships/notesSlide" Target="/ppt/notesSlides/notesSlide8.xml" Id="R03f0835d565d48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84bd7782642c8" /><Relationship Type="http://schemas.openxmlformats.org/officeDocument/2006/relationships/notesSlide" Target="/ppt/notesSlides/notesSlide9.xml" Id="R53306dd7089642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9549c9b6e42ab" /><Relationship Type="http://schemas.openxmlformats.org/officeDocument/2006/relationships/notesSlide" Target="/ppt/notesSlides/notesSlide10.xml" Id="R8980d63f56d14c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f8d12ea2047d7" /><Relationship Type="http://schemas.openxmlformats.org/officeDocument/2006/relationships/notesSlide" Target="/ppt/notesSlides/notesSlide11.xml" Id="Ra7881cf17e0e46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6fec1adae4bd9" /><Relationship Type="http://schemas.openxmlformats.org/officeDocument/2006/relationships/notesSlide" Target="/ppt/notesSlides/notesSlide12.xml" Id="R646ac24b860d40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5e2279884455d" /><Relationship Type="http://schemas.openxmlformats.org/officeDocument/2006/relationships/notesSlide" Target="/ppt/notesSlides/notesSlide13.xml" Id="Rc86b18c74da844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DFE89-0DF2-4EAA-A11A-E9B07D47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4D4FF"/>
                </a:solidFill>
              </a:defRPr>
            </a:pPr>
            <a:r>
              <a:rPr sz="1350" b="1">
                <a:solidFill>
                  <a:srgbClr val="74D4FF"/>
                </a:solidFill>
              </a:rPr>
              <a:t>PIVOT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B57A8-03DF-467E-B681-575530B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Sidepick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08FB7-844B-4D7F-B830-02764749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2E8F0"/>
                </a:solidFill>
              </a:defRPr>
            </a:pPr>
            <a:r>
              <a:rPr sz="1950">
                <a:solidFill>
                  <a:srgbClr val="E2E8F0"/>
                </a:solidFill>
              </a:rPr>
              <a:t>AI 기반 부업 실패 분석 플랫폼</a:t>
            </a:r>
          </a:p>
          <a:p xmlns:a="http://schemas.openxmlformats.org/drawingml/2006/main">
            <a:pPr>
              <a:defRPr sz="1950">
                <a:solidFill>
                  <a:srgbClr val="E2E8F0"/>
                </a:solidFill>
              </a:defRPr>
            </a:pPr>
            <a:r>
              <a:rPr sz="1950">
                <a:solidFill>
                  <a:srgbClr val="E2E8F0"/>
                </a:solidFill>
              </a:rPr>
              <a:t>실패를 다음 선택의 데이터로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95C7B-1E65-4025-B6EE-58357A59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AD5E2"/>
                </a:solidFill>
              </a:defRPr>
            </a:pPr>
            <a:r>
              <a:rPr sz="1500">
                <a:solidFill>
                  <a:srgbClr val="CAD5E2"/>
                </a:solidFill>
              </a:rPr>
              <a:t>AI 기반 부업 실패 분석 플랫폼</a:t>
            </a:r>
          </a:p>
        </p:txBody>
      </p:sp>
    </p:spTree>
    <p:extLst>
      <p:ext uri="{BB962C8B-B14F-4D97-AF65-F5344CB8AC3E}">
        <p14:creationId xmlns:p14="http://schemas.microsoft.com/office/powerpoint/2010/main" val="453895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52811-518C-448D-A442-F4ED7FB4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751FA-24E9-48A2-89E8-AA1A994A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왜 실패 학습 플랫폼이 필요한가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66B97-07F7-4255-AE23-E3B1122C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성공 후기 콘텐츠는 많다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실패 경험은 흩어져 있어 비교가 어렵다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사용자는 결국 같은 실수를 반복하기 쉽다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4C4E5-ED43-4C3E-AADE-DA0063D9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02</a:t>
            </a:r>
          </a:p>
        </p:txBody>
      </p:sp>
    </p:spTree>
    <p:extLst>
      <p:ext uri="{BB962C8B-B14F-4D97-AF65-F5344CB8AC3E}">
        <p14:creationId xmlns:p14="http://schemas.microsoft.com/office/powerpoint/2010/main" val="1621131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07D14-ABC9-497B-BEC5-6EFCE91C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B4433-0184-49AF-AFAB-60AB03E7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사람들이 진짜 궁금한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65A92-D09B-42E3-97CE-61C747C2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누가 성공했는가보다 무엇을 피해야 하는가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실패 경험은 감정 소비가 아니라 의사결정 데이터가 될 수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70EDE-8035-40D2-AC13-D7D2368A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03</a:t>
            </a:r>
          </a:p>
        </p:txBody>
      </p:sp>
    </p:spTree>
    <p:extLst>
      <p:ext uri="{BB962C8B-B14F-4D97-AF65-F5344CB8AC3E}">
        <p14:creationId xmlns:p14="http://schemas.microsoft.com/office/powerpoint/2010/main" val="372991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93637F-D964-4106-AEB1-0401C4B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B49E3-B659-4C4F-A744-8E940642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Sidepick의 접근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32824-E5CB-4064-B2BD-3DF26124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실패 경험 구조화 등록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AI 기반 실패 원인 및 다음 액션 분석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유사 사례 탐색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FAQ / 가이드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BF5CE-FD0C-4793-8C0E-72869A0D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04</a:t>
            </a:r>
          </a:p>
        </p:txBody>
      </p:sp>
    </p:spTree>
    <p:extLst>
      <p:ext uri="{BB962C8B-B14F-4D97-AF65-F5344CB8AC3E}">
        <p14:creationId xmlns:p14="http://schemas.microsoft.com/office/powerpoint/2010/main" val="298335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D50CC-7D88-43EA-AFF3-517A4E48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BDB4A-4016-47FE-A223-C84F4464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기록에서 판단까지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A9371-9666-4AD9-A33F-4EA36236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기록 → 분석 → 비교 → 학습 → 다음 실행 판단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7F729-5C1C-45D8-A676-583F5BC9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읽고 끝나는 서비스가 아니라 판단 흐름을 만든다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5CBA4-FF06-4877-AE4D-29CA649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05</a:t>
            </a:r>
          </a:p>
        </p:txBody>
      </p:sp>
    </p:spTree>
    <p:extLst>
      <p:ext uri="{BB962C8B-B14F-4D97-AF65-F5344CB8AC3E}">
        <p14:creationId xmlns:p14="http://schemas.microsoft.com/office/powerpoint/2010/main" val="179534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EEC94F-AF44-49A9-920C-268EC7F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D4CDE-CC89-487D-807C-E979B6B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탐색: 나와 비슷한 실패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1FFF2-6302-4B18-BE63-2A309EB2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홈 / 탐색에서 사례 진입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검색 / 카테고리 기반 필터링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비슷한 실패를 비교 가능한 맥락 안에서 탐색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7E0E5-353B-4225-A6F2-F9233EBE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06</a:t>
            </a:r>
          </a:p>
        </p:txBody>
      </p:sp>
    </p:spTree>
    <p:extLst>
      <p:ext uri="{BB962C8B-B14F-4D97-AF65-F5344CB8AC3E}">
        <p14:creationId xmlns:p14="http://schemas.microsoft.com/office/powerpoint/2010/main" val="1032592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07FF03-6EE7-4CF0-813F-129FCD5D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45528-F8B4-439C-956B-68DB5137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상세: 실패를 AI가 해석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87013-85C8-441B-9137-A923103F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사례 본문과 맥락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실패 원인과 다음 액션 요약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긴 후기를 더 빠르게 이해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37314-37AF-4360-AECE-C01B63A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07</a:t>
            </a:r>
          </a:p>
        </p:txBody>
      </p:sp>
    </p:spTree>
    <p:extLst>
      <p:ext uri="{BB962C8B-B14F-4D97-AF65-F5344CB8AC3E}">
        <p14:creationId xmlns:p14="http://schemas.microsoft.com/office/powerpoint/2010/main" val="2081634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48EBB-91CF-450A-8852-F47B9A55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D2C88-F62C-4B42-B8BF-D5EEBC8F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비교와 학습으로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91DAB-D54B-4FEE-A675-D825B6F0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유사 사례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FAQ / 가이드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한 사람의 실패가 아니라 패턴으로 읽게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0C42E-3450-4667-A087-D868874F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08</a:t>
            </a:r>
          </a:p>
        </p:txBody>
      </p:sp>
    </p:spTree>
    <p:extLst>
      <p:ext uri="{BB962C8B-B14F-4D97-AF65-F5344CB8AC3E}">
        <p14:creationId xmlns:p14="http://schemas.microsoft.com/office/powerpoint/2010/main" val="817558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3256C3-5E2E-4D2D-8E12-24E070BC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4422D-0E02-4232-B14E-0B3679C5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실제 구현 및 배포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2D97D-384C-486B-86D7-F5039A1E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Frontend: React + Vite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Backend: Spring Boot + MySQL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AI: FastAPI + Claude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Similarity: SBERT + FAISS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Infra: Amplify + EC2 + RDS + Nginx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93931-5067-41CB-9185-7A85E0FC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09</a:t>
            </a:r>
          </a:p>
        </p:txBody>
      </p:sp>
    </p:spTree>
    <p:extLst>
      <p:ext uri="{BB962C8B-B14F-4D97-AF65-F5344CB8AC3E}">
        <p14:creationId xmlns:p14="http://schemas.microsoft.com/office/powerpoint/2010/main" val="5689374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1BCDCD-DC3E-493C-85A5-2420A8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1E07C-5A06-4EE4-BE59-67D2A79B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우리가 다른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BBB80-CF35-45A7-A4DE-0650E7B4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실패 경험 자체를 구조화된 데이터로 다룬다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AI 분석과 유사 사례를 한 흐름으로 연결한다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콘텐츠 소비가 아니라 판단 속도 단축에 집중한다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FE33E-6E29-4DEB-BE44-64C8B095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10</a:t>
            </a:r>
          </a:p>
        </p:txBody>
      </p:sp>
    </p:spTree>
    <p:extLst>
      <p:ext uri="{BB962C8B-B14F-4D97-AF65-F5344CB8AC3E}">
        <p14:creationId xmlns:p14="http://schemas.microsoft.com/office/powerpoint/2010/main" val="11199389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B4B90-829B-4012-B877-3ECE41CF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14749-9999-4F0E-9C8F-D4F9185B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결론: Persevere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7188C-AFF2-441C-B694-9EB4F3C1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333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04D8F-6124-4E13-B871-DEE05F12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47E6"/>
                </a:solidFill>
              </a:defRPr>
            </a:pPr>
            <a:r>
              <a:rPr sz="2550" b="1">
                <a:solidFill>
                  <a:srgbClr val="1447E6"/>
                </a:solidFill>
              </a:rPr>
              <a:t>Persevere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D35EC-FE5D-46AF-89F1-698B4459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286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문제 정의는 여전히 유효하다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핵심 사용자 루프는 이미 MVP로 구현됐다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지금 필요한 것은 Pivot이 아니라 사용자 검증과 고도화다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F2488-0BA8-4307-82FE-6FC9A57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11</a:t>
            </a:r>
          </a:p>
        </p:txBody>
      </p:sp>
    </p:spTree>
    <p:extLst>
      <p:ext uri="{BB962C8B-B14F-4D97-AF65-F5344CB8AC3E}">
        <p14:creationId xmlns:p14="http://schemas.microsoft.com/office/powerpoint/2010/main" val="15174076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F8BF0-F59A-4C13-85E0-E987D951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3E5DA-A423-47AA-B413-DE91C6E8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다음 단계에서 검증할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6F8E2-1A29-47D9-A169-5F56BA5A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반복 사용성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시장성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수익 모델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데이터 신뢰도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646A3-6FCE-419E-99A3-C10925B1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Sidepick | 12</a:t>
            </a:r>
          </a:p>
        </p:txBody>
      </p:sp>
    </p:spTree>
    <p:extLst>
      <p:ext uri="{BB962C8B-B14F-4D97-AF65-F5344CB8AC3E}">
        <p14:creationId xmlns:p14="http://schemas.microsoft.com/office/powerpoint/2010/main" val="7216374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624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55F8B-F2FA-47B8-9D19-34F96B2F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03DD7-8F91-4C32-8158-50039FCC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실패를 다음 판단으로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E0179-7523-4253-AF29-4327C5AC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Sidepick은 실패를 저장하는 곳이 아니라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실패를 다음 선택의 데이터로 바꾸는 도구입니다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2D6AA-FDA1-4FE5-9C28-D503981D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AD5E2"/>
                </a:solidFill>
              </a:defRPr>
            </a:pPr>
            <a:r>
              <a:rPr sz="1050">
                <a:solidFill>
                  <a:srgbClr val="CAD5E2"/>
                </a:solidFill>
              </a:rPr>
              <a:t>Sidepick | 13</a:t>
            </a:r>
          </a:p>
        </p:txBody>
      </p:sp>
    </p:spTree>
    <p:extLst>
      <p:ext uri="{BB962C8B-B14F-4D97-AF65-F5344CB8AC3E}">
        <p14:creationId xmlns:p14="http://schemas.microsoft.com/office/powerpoint/2010/main" val="1462009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2026-06-23T18:26:21.1690000Z</dcterms:created>
  <dcterms:modified xsi:type="dcterms:W3CDTF">2026-06-23T18:26:21.1690000Z</dcterms:modified>
</coreProperties>
</file>